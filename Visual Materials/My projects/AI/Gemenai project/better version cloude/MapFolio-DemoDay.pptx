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572000" cy="4572000"/>
          </a:xfrm>
          <a:prstGeom prst="ellipse">
            <a:avLst/>
          </a:prstGeom>
          <a:solidFill>
            <a:srgbClr val="1C7293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114800"/>
            <a:ext cx="4114800" cy="4114800"/>
          </a:xfrm>
          <a:prstGeom prst="ellipse">
            <a:avLst/>
          </a:prstGeom>
          <a:solidFill>
            <a:srgbClr val="1C7293">
              <a:alpha val="2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371600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000000"/>
                </a:solidFill>
              </a:rPr>
              <a:t>📍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237744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MapFolio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D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 your favorite places on a personal map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9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Day  •  Built solo over 3 weeks  •  No backend, no account, your data stays on your device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MapFolio?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766560" cy="475488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6035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MapFolio is a free web app for organizing your favorite places on a personal map.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your existing Google Maps saved places, or start fresh and build your own collections from scratch.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everything into folders, tag places with custom categories, and color-code them by status: Want to Go, Loved It, Skip It.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2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even a trip planner that turns any collection into a day-by-day itinerary.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463040"/>
            <a:ext cx="4023360" cy="141732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6" name="Text 4"/>
          <p:cNvSpPr/>
          <p:nvPr/>
        </p:nvSpPr>
        <p:spPr>
          <a:xfrm>
            <a:off x="7818120" y="1627632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🔒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595360" y="164592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E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 account needed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0" y="2148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stays on your device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589520" y="3154680"/>
            <a:ext cx="4023360" cy="141732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10" name="Text 8"/>
          <p:cNvSpPr/>
          <p:nvPr/>
        </p:nvSpPr>
        <p:spPr>
          <a:xfrm>
            <a:off x="7818120" y="3319272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🆓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595360" y="333756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E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 to use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595360" y="38404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buy, nothing to sign up for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589520" y="4846320"/>
            <a:ext cx="4023360" cy="1417320"/>
          </a:xfrm>
          <a:prstGeom prst="rect">
            <a:avLst/>
          </a:prstGeom>
          <a:solidFill>
            <a:srgbClr val="14213D"/>
          </a:solidFill>
          <a:ln/>
        </p:spPr>
      </p:sp>
      <p:sp>
        <p:nvSpPr>
          <p:cNvPr id="14" name="Text 12"/>
          <p:cNvSpPr/>
          <p:nvPr/>
        </p:nvSpPr>
        <p:spPr>
          <a:xfrm>
            <a:off x="7818120" y="5010912"/>
            <a:ext cx="822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🗺️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95360" y="502920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E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 with Google Maps exports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595360" y="5532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DE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in your existing saved places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set out to explore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65836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lets you star and save places — but never lets you organize, search, color-code, or plan trips around them.</a:t>
            </a:r>
            <a:endParaRPr lang="en-US" sz="18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build a tool that takes that pile of saved places and turns it into something useful — sortable, searchable, shareable, and tied to an actual trip plan.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I set for myself: no backend, no account system, no framework — just HTML, CSS and JavaScript, so anyone can open it and their data never leaves their device.</a:t>
            </a:r>
            <a:endParaRPr lang="en-US" sz="1800" dirty="0"/>
          </a:p>
        </p:txBody>
      </p:sp>
      <p:pic>
        <p:nvPicPr>
          <p:cNvPr id="4" name="Image 0" descr="shots/desktop-ma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60920" y="1371600"/>
            <a:ext cx="4297680" cy="2688336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7360920" y="4206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with: vanilla JS, Leaflet maps, OpenStreetMap data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achieved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611880" cy="233172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54480"/>
            <a:ext cx="73152" cy="2331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190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📥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22860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Import from anywhere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Takeout JSON, KML/KMZ, CSV — with auto-geocoding for places missing coordinates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34840" y="1554480"/>
            <a:ext cx="3611880" cy="233172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9" name="Shape 7"/>
          <p:cNvSpPr/>
          <p:nvPr/>
        </p:nvSpPr>
        <p:spPr>
          <a:xfrm>
            <a:off x="4434840" y="1554480"/>
            <a:ext cx="73152" cy="2331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7190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🗂️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63440" y="22860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Folders &amp; custom categories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63440" y="27432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Auto-detected categories, bulk editing, your own emoji tags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321040" y="1554480"/>
            <a:ext cx="3611880" cy="233172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14" name="Shape 12"/>
          <p:cNvSpPr/>
          <p:nvPr/>
        </p:nvSpPr>
        <p:spPr>
          <a:xfrm>
            <a:off x="8321040" y="1554480"/>
            <a:ext cx="73152" cy="2331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8549640" y="171907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🎨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549640" y="22860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Status color-coding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49640" y="27432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to Go, Been There, Loved It, Skip It, Favourite — at a glance on the map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160520"/>
            <a:ext cx="3611880" cy="233172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640" y="4160520"/>
            <a:ext cx="73152" cy="2331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43251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🧭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77240" y="48920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Trip planner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77240" y="53492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any folder into a day-by-day walking or driving itinerary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434840" y="4160520"/>
            <a:ext cx="3611880" cy="233172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24" name="Shape 22"/>
          <p:cNvSpPr/>
          <p:nvPr/>
        </p:nvSpPr>
        <p:spPr>
          <a:xfrm>
            <a:off x="4434840" y="4160520"/>
            <a:ext cx="73152" cy="2331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4663440" y="43251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📱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4663440" y="48920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Mobile-first redesign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663440" y="53492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sheets, accordions, dark/light themes, installable as a home-screen app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321040" y="4160520"/>
            <a:ext cx="3611880" cy="233172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29" name="Shape 27"/>
          <p:cNvSpPr/>
          <p:nvPr/>
        </p:nvSpPr>
        <p:spPr>
          <a:xfrm>
            <a:off x="8321040" y="4160520"/>
            <a:ext cx="73152" cy="23317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8549640" y="4325112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💾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8549640" y="48920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Backup, restore &amp; sharing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549640" y="534924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your whole collection or a single folder as a file — no account needed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quick look</a:t>
            </a:r>
            <a:endParaRPr lang="en-US" sz="3200" dirty="0"/>
          </a:p>
        </p:txBody>
      </p:sp>
      <p:pic>
        <p:nvPicPr>
          <p:cNvPr id="3" name="Image 0" descr="shots/trip-plann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5486400" cy="3429000"/>
          </a:xfrm>
          <a:prstGeom prst="rect">
            <a:avLst/>
          </a:prstGeom>
          <a:effectLst>
            <a:outerShdw sx="100000" sy="100000" kx="0" ky="0" algn="bl" rotWithShape="0" blurRad="127000" dist="50800" dir="8100000">
              <a:srgbClr val="000000">
                <a:alpha val="35000"/>
              </a:srgbClr>
            </a:outerShdw>
          </a:effectLst>
        </p:spPr>
      </p:pic>
      <p:sp>
        <p:nvSpPr>
          <p:cNvPr id="4" name="Text 1"/>
          <p:cNvSpPr/>
          <p:nvPr/>
        </p:nvSpPr>
        <p:spPr>
          <a:xfrm>
            <a:off x="548640" y="4800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planner: pick a folder, statuses &amp; days → get a route</a:t>
            </a:r>
            <a:endParaRPr lang="en-US" sz="1300" dirty="0"/>
          </a:p>
        </p:txBody>
      </p:sp>
      <p:pic>
        <p:nvPicPr>
          <p:cNvPr id="5" name="Image 1" descr="shots/mobile-mai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92240" y="914400"/>
            <a:ext cx="2197160" cy="4754880"/>
          </a:xfrm>
          <a:prstGeom prst="rect">
            <a:avLst/>
          </a:prstGeom>
          <a:effectLst>
            <a:outerShdw sx="100000" sy="100000" kx="0" ky="0" algn="bl" rotWithShape="0" blurRad="127000" dist="50800" dir="8100000">
              <a:srgbClr val="000000">
                <a:alpha val="35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6492240" y="5760720"/>
            <a:ext cx="265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Mobile-first layout, installable to your home screen</a:t>
            </a:r>
            <a:endParaRPr lang="en-US" sz="1300" dirty="0"/>
          </a:p>
        </p:txBody>
      </p:sp>
      <p:pic>
        <p:nvPicPr>
          <p:cNvPr id="7" name="Image 2" descr="shots/help-modal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098280" y="914400"/>
            <a:ext cx="2743200" cy="1714500"/>
          </a:xfrm>
          <a:prstGeom prst="rect">
            <a:avLst/>
          </a:prstGeom>
          <a:effectLst>
            <a:outerShdw sx="100000" sy="100000" kx="0" ky="0" algn="bl" rotWithShape="0" blurRad="101600" dist="38100" dir="8100000">
              <a:srgbClr val="000000">
                <a:alpha val="35000"/>
              </a:srgbClr>
            </a:outerShdw>
          </a:effectLst>
        </p:spPr>
      </p:pic>
      <p:sp>
        <p:nvSpPr>
          <p:cNvPr id="8" name="Text 3"/>
          <p:cNvSpPr/>
          <p:nvPr/>
        </p:nvSpPr>
        <p:spPr>
          <a:xfrm>
            <a:off x="9098280" y="2743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D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step-by-step help guide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surprised 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544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🌀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691640" y="1508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Google's own export formats are a mess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91640" y="19659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places come out differently depending on whether you use Takeout JSON, CSV, or KML — I ended up supporting all of them.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3063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🧩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1691640" y="301752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"Small" UI fixes are never small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91640" y="347472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folder menu took 5 separate commits to get right across mobile and desktop — clipping, z-index, overlap, one after another.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457200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4572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⚡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1691640" y="45262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far plain HTML/CSS/JS gets you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91640" y="498348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framework, no build step — just a couple of CDN libraries (Leaflet, JSZip) — and it still feels like a real app.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Challenges along the way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86400" cy="457200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0" y="1463040"/>
            <a:ext cx="5486400" cy="457200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UI / UX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Geocoding places that have no coordinates in the import file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layout edge cases — accordions, clipped menus, z-index fights with map controls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a categorization system flexible enough for anyone's “saved places” chaos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92240" y="16916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&amp; architecture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2194560"/>
            <a:ext cx="4937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Cross-device sync without a server — solved with export/import + merge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4+ different import formats reliably (JSON, CSV, KML/KMZ)</a:t>
            </a:r>
            <a:endParaRPr lang="en-US" sz="1500" dirty="0"/>
          </a:p>
          <a:p>
            <a:pPr marL="228600" indent="-228600">
              <a:lnSpc>
                <a:spcPct val="115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a single 5,700-line app maintainable while iterating fast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lessons &amp; insights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440680" cy="2194560"/>
          </a:xfrm>
          <a:prstGeom prst="rect">
            <a:avLst/>
          </a:prstGeom>
          <a:solidFill>
            <a:srgbClr val="1E335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1554480"/>
            <a:ext cx="5440680" cy="54864"/>
          </a:xfrm>
          <a:prstGeom prst="rect">
            <a:avLst/>
          </a:prstGeom>
          <a:solidFill>
            <a:srgbClr val="FFDE5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DE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Real data finds real bugs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4892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4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with my own (messy) saved places surfaced UI issues a clean test dataset never would have.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355080" y="1554480"/>
            <a:ext cx="5440680" cy="2194560"/>
          </a:xfrm>
          <a:prstGeom prst="rect">
            <a:avLst/>
          </a:prstGeom>
          <a:solidFill>
            <a:srgbClr val="1E3354"/>
          </a:solidFill>
          <a:ln/>
        </p:spPr>
      </p:sp>
      <p:sp>
        <p:nvSpPr>
          <p:cNvPr id="8" name="Shape 6"/>
          <p:cNvSpPr/>
          <p:nvPr/>
        </p:nvSpPr>
        <p:spPr>
          <a:xfrm>
            <a:off x="6355080" y="1554480"/>
            <a:ext cx="5440680" cy="54864"/>
          </a:xfrm>
          <a:prstGeom prst="rect">
            <a:avLst/>
          </a:prstGeom>
          <a:solidFill>
            <a:srgbClr val="FFDE59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78308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DE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ownership matters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629400" y="2331720"/>
            <a:ext cx="4892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4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personal-data tool, investing early in import/export and “no account needed” paid off — it's also the easiest trust story to tell.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4114800"/>
            <a:ext cx="5440680" cy="2194560"/>
          </a:xfrm>
          <a:prstGeom prst="rect">
            <a:avLst/>
          </a:prstGeom>
          <a:solidFill>
            <a:srgbClr val="1E3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4114800"/>
            <a:ext cx="5440680" cy="54864"/>
          </a:xfrm>
          <a:prstGeom prst="rect">
            <a:avLst/>
          </a:prstGeom>
          <a:solidFill>
            <a:srgbClr val="FFDE59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3434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DE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Mobile constraints improve design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22960" y="4892040"/>
            <a:ext cx="4892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4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Solving for small screens first led to a cleaner UI overall, not just a compromise.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55080" y="4114800"/>
            <a:ext cx="5440680" cy="2194560"/>
          </a:xfrm>
          <a:prstGeom prst="rect">
            <a:avLst/>
          </a:prstGeom>
          <a:solidFill>
            <a:srgbClr val="1E3354"/>
          </a:solidFill>
          <a:ln/>
        </p:spPr>
      </p:sp>
      <p:sp>
        <p:nvSpPr>
          <p:cNvPr id="16" name="Shape 14"/>
          <p:cNvSpPr/>
          <p:nvPr/>
        </p:nvSpPr>
        <p:spPr>
          <a:xfrm>
            <a:off x="6355080" y="4114800"/>
            <a:ext cx="5440680" cy="54864"/>
          </a:xfrm>
          <a:prstGeom prst="rect">
            <a:avLst/>
          </a:prstGeom>
          <a:solidFill>
            <a:srgbClr val="FFDE59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43434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DE5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Done is a moving target — and that's OK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29400" y="4892040"/>
            <a:ext cx="4892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4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always one more format, one more edge case. Shipping something useful beats shipping something complete.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 people ask me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11064240" cy="141732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1907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“What's the value beyond just tracking been-to / want-to-go?”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7627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categories + color-coded statuses across all saved places, a trip planner that builds itineraries from a folder, and full ownership/portability of your data — none of which Google Maps offers.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11064240" cy="141732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36499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“Can I import these places back into Google Maps?”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82219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— exports are MapFolio's own format today, for backup and sharing between MapFolio users. Two-way sync with Google Maps (KML export) is on the wish list.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846320"/>
            <a:ext cx="11064240" cy="141732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5010912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“Is this connected to Booking.com?”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5468112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E1E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 No bookings, no accounts, no external services of any kind. It's purely a personal map and trip-planning tool.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645920"/>
            <a:ext cx="4572000" cy="4572000"/>
          </a:xfrm>
          <a:prstGeom prst="ellipse">
            <a:avLst/>
          </a:prstGeom>
          <a:solidFill>
            <a:srgbClr val="1C7293">
              <a:alpha val="2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9144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Try it yourself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2194560"/>
            <a:ext cx="100584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E4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Open the link on your phone or laptop — no install, no sign-up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E4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📲  Add it to your home screen for one-tap access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E4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📥  Try importing a few Google Maps saved places, or just add some manually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4E9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 Everything stays on your device — nothing is uploaded anywhere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DE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you! Feedback, bug reports, and “what about X” ideas all very welcome.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MapFolio - Demo Day</dc:title>
  <dc:subject>PptxGenJS Presentation</dc:subject>
  <dc:creator>Liliia Sainchuk</dc:creator>
  <cp:lastModifiedBy>Liliia Sainchuk</cp:lastModifiedBy>
  <cp:revision>1</cp:revision>
  <dcterms:created xsi:type="dcterms:W3CDTF">2026-06-15T07:05:19Z</dcterms:created>
  <dcterms:modified xsi:type="dcterms:W3CDTF">2026-06-15T07:05:19Z</dcterms:modified>
</cp:coreProperties>
</file>